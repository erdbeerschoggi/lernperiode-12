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7EBA2-4D8C-8145-995C-AC39345E997E}" v="24" dt="2026-10-16T09:13:13.084"/>
    <p1510:client id="{50DEA45A-DE91-4CCC-94AB-CA9685A5B19D}" v="169" dt="2026-10-16T09:13:40.052"/>
    <p1510:client id="{C0702F5F-9E05-4FEB-813E-63DCEF0E9902}" v="17" dt="2026-10-16T09:14:00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Marco Merki" userId="50fbd57f-2ca4-45e6-97d6-f5e0c0640786" providerId="ADAL" clId="{FE45DF76-76E8-442B-9EB3-9DACB3E32086}"/>
    <pc:docChg chg="modSld">
      <pc:chgData name="Joshua Marco Merki" userId="50fbd57f-2ca4-45e6-97d6-f5e0c0640786" providerId="ADAL" clId="{FE45DF76-76E8-442B-9EB3-9DACB3E32086}" dt="2026-10-16T09:12:47.554" v="2"/>
      <pc:docMkLst>
        <pc:docMk/>
      </pc:docMkLst>
      <pc:sldChg chg="modSp">
        <pc:chgData name="Joshua Marco Merki" userId="50fbd57f-2ca4-45e6-97d6-f5e0c0640786" providerId="ADAL" clId="{FE45DF76-76E8-442B-9EB3-9DACB3E32086}" dt="2026-10-16T09:12:47.554" v="2"/>
        <pc:sldMkLst>
          <pc:docMk/>
          <pc:sldMk cId="296165706" sldId="256"/>
        </pc:sldMkLst>
        <pc:spChg chg="mod">
          <ac:chgData name="Joshua Marco Merki" userId="50fbd57f-2ca4-45e6-97d6-f5e0c0640786" providerId="ADAL" clId="{FE45DF76-76E8-442B-9EB3-9DACB3E32086}" dt="2026-10-16T09:12:47.554" v="2"/>
          <ac:spMkLst>
            <pc:docMk/>
            <pc:sldMk cId="296165706" sldId="256"/>
            <ac:spMk id="2" creationId="{C1E1569F-6341-F977-C27D-1300E3E397A0}"/>
          </ac:spMkLst>
        </pc:spChg>
        <pc:spChg chg="mod">
          <ac:chgData name="Joshua Marco Merki" userId="50fbd57f-2ca4-45e6-97d6-f5e0c0640786" providerId="ADAL" clId="{FE45DF76-76E8-442B-9EB3-9DACB3E32086}" dt="2026-10-16T08:51:56.444" v="0"/>
          <ac:spMkLst>
            <pc:docMk/>
            <pc:sldMk cId="296165706" sldId="256"/>
            <ac:spMk id="3" creationId="{E22E2744-766A-B846-A659-DCE52DD11574}"/>
          </ac:spMkLst>
        </pc:spChg>
      </pc:sldChg>
    </pc:docChg>
  </pc:docChgLst>
  <pc:docChgLst>
    <pc:chgData name="Maja Halszka Piotrowska" userId="366e91a1-edd1-4e12-9903-b332428252bf" providerId="ADAL" clId="{C0702F5F-9E05-4FEB-813E-63DCEF0E9902}"/>
    <pc:docChg chg="addSld delSld modSld sldOrd">
      <pc:chgData name="Maja Halszka Piotrowska" userId="366e91a1-edd1-4e12-9903-b332428252bf" providerId="ADAL" clId="{C0702F5F-9E05-4FEB-813E-63DCEF0E9902}" dt="2026-10-16T09:14:00.037" v="18" actId="2696"/>
      <pc:docMkLst>
        <pc:docMk/>
      </pc:docMkLst>
      <pc:sldChg chg="addSp delSp modSp new del mod ord">
        <pc:chgData name="Maja Halszka Piotrowska" userId="366e91a1-edd1-4e12-9903-b332428252bf" providerId="ADAL" clId="{C0702F5F-9E05-4FEB-813E-63DCEF0E9902}" dt="2026-10-16T09:14:00.037" v="18" actId="2696"/>
        <pc:sldMkLst>
          <pc:docMk/>
          <pc:sldMk cId="2297379396" sldId="259"/>
        </pc:sldMkLst>
        <pc:spChg chg="mod">
          <ac:chgData name="Maja Halszka Piotrowska" userId="366e91a1-edd1-4e12-9903-b332428252bf" providerId="ADAL" clId="{C0702F5F-9E05-4FEB-813E-63DCEF0E9902}" dt="2026-10-16T09:13:06.545" v="15" actId="20577"/>
          <ac:spMkLst>
            <pc:docMk/>
            <pc:sldMk cId="2297379396" sldId="259"/>
            <ac:spMk id="2" creationId="{CB72BD8A-EEF7-B154-BC2C-F63D1F247B4C}"/>
          </ac:spMkLst>
        </pc:spChg>
        <pc:spChg chg="del mod">
          <ac:chgData name="Maja Halszka Piotrowska" userId="366e91a1-edd1-4e12-9903-b332428252bf" providerId="ADAL" clId="{C0702F5F-9E05-4FEB-813E-63DCEF0E9902}" dt="2026-10-16T09:13:08.652" v="17" actId="22"/>
          <ac:spMkLst>
            <pc:docMk/>
            <pc:sldMk cId="2297379396" sldId="259"/>
            <ac:spMk id="3" creationId="{C33F3585-BC33-6CF3-C2E8-5FD7C2C7E491}"/>
          </ac:spMkLst>
        </pc:spChg>
        <pc:picChg chg="add mod ord">
          <ac:chgData name="Maja Halszka Piotrowska" userId="366e91a1-edd1-4e12-9903-b332428252bf" providerId="ADAL" clId="{C0702F5F-9E05-4FEB-813E-63DCEF0E9902}" dt="2026-10-16T09:13:08.652" v="17" actId="22"/>
          <ac:picMkLst>
            <pc:docMk/>
            <pc:sldMk cId="2297379396" sldId="259"/>
            <ac:picMk id="5" creationId="{CAE315C4-5023-E304-FF14-33520B23545A}"/>
          </ac:picMkLst>
        </pc:picChg>
      </pc:sldChg>
    </pc:docChg>
  </pc:docChgLst>
  <pc:docChgLst>
    <pc:chgData name="Mina Urgancio" userId="c55eaddb-2ee2-42e1-804c-787f883d45dc" providerId="ADAL" clId="{1F6B6DAE-68A0-5486-BDB7-A4156BBE33BC}"/>
    <pc:docChg chg="custSel addSld delSld modSld">
      <pc:chgData name="Mina Urgancio" userId="c55eaddb-2ee2-42e1-804c-787f883d45dc" providerId="ADAL" clId="{1F6B6DAE-68A0-5486-BDB7-A4156BBE33BC}" dt="2026-10-16T09:13:13.084" v="23" actId="767"/>
      <pc:docMkLst>
        <pc:docMk/>
      </pc:docMkLst>
      <pc:sldChg chg="addSp modSp">
        <pc:chgData name="Mina Urgancio" userId="c55eaddb-2ee2-42e1-804c-787f883d45dc" providerId="ADAL" clId="{1F6B6DAE-68A0-5486-BDB7-A4156BBE33BC}" dt="2026-10-16T09:13:13.084" v="23" actId="767"/>
        <pc:sldMkLst>
          <pc:docMk/>
          <pc:sldMk cId="567921007" sldId="257"/>
        </pc:sldMkLst>
        <pc:spChg chg="add mod">
          <ac:chgData name="Mina Urgancio" userId="c55eaddb-2ee2-42e1-804c-787f883d45dc" providerId="ADAL" clId="{1F6B6DAE-68A0-5486-BDB7-A4156BBE33BC}" dt="2026-10-16T09:13:13.084" v="23" actId="767"/>
          <ac:spMkLst>
            <pc:docMk/>
            <pc:sldMk cId="567921007" sldId="257"/>
            <ac:spMk id="4" creationId="{3579AEC7-1D9A-BF4A-7524-85CB1BCEEFAA}"/>
          </ac:spMkLst>
        </pc:spChg>
      </pc:sldChg>
      <pc:sldChg chg="addSp delSp modSp mod">
        <pc:chgData name="Mina Urgancio" userId="c55eaddb-2ee2-42e1-804c-787f883d45dc" providerId="ADAL" clId="{1F6B6DAE-68A0-5486-BDB7-A4156BBE33BC}" dt="2026-10-16T09:12:24.672" v="22" actId="14100"/>
        <pc:sldMkLst>
          <pc:docMk/>
          <pc:sldMk cId="649830700" sldId="258"/>
        </pc:sldMkLst>
        <pc:spChg chg="del">
          <ac:chgData name="Mina Urgancio" userId="c55eaddb-2ee2-42e1-804c-787f883d45dc" providerId="ADAL" clId="{1F6B6DAE-68A0-5486-BDB7-A4156BBE33BC}" dt="2026-10-16T08:57:35.024" v="5"/>
          <ac:spMkLst>
            <pc:docMk/>
            <pc:sldMk cId="649830700" sldId="258"/>
            <ac:spMk id="3" creationId="{93A85826-05D1-0F2B-3048-EDC8143291BA}"/>
          </ac:spMkLst>
        </pc:spChg>
        <pc:spChg chg="add del mod">
          <ac:chgData name="Mina Urgancio" userId="c55eaddb-2ee2-42e1-804c-787f883d45dc" providerId="ADAL" clId="{1F6B6DAE-68A0-5486-BDB7-A4156BBE33BC}" dt="2026-10-16T08:58:41.096" v="11" actId="478"/>
          <ac:spMkLst>
            <pc:docMk/>
            <pc:sldMk cId="649830700" sldId="258"/>
            <ac:spMk id="6" creationId="{57230F96-2D37-AC77-ACB9-30B0364ED22A}"/>
          </ac:spMkLst>
        </pc:spChg>
        <pc:picChg chg="add del mod">
          <ac:chgData name="Mina Urgancio" userId="c55eaddb-2ee2-42e1-804c-787f883d45dc" providerId="ADAL" clId="{1F6B6DAE-68A0-5486-BDB7-A4156BBE33BC}" dt="2026-10-16T08:58:27.712" v="8" actId="478"/>
          <ac:picMkLst>
            <pc:docMk/>
            <pc:sldMk cId="649830700" sldId="258"/>
            <ac:picMk id="4" creationId="{6A2CE027-B63C-CDD0-431E-00393FD2AF7E}"/>
          </ac:picMkLst>
        </pc:picChg>
        <pc:picChg chg="add del">
          <ac:chgData name="Mina Urgancio" userId="c55eaddb-2ee2-42e1-804c-787f883d45dc" providerId="ADAL" clId="{1F6B6DAE-68A0-5486-BDB7-A4156BBE33BC}" dt="2026-10-16T09:02:53.637" v="13" actId="478"/>
          <ac:picMkLst>
            <pc:docMk/>
            <pc:sldMk cId="649830700" sldId="258"/>
            <ac:picMk id="7" creationId="{423D1EA9-9581-F56C-40E9-B5C0945B128A}"/>
          </ac:picMkLst>
        </pc:picChg>
        <pc:picChg chg="add del mod">
          <ac:chgData name="Mina Urgancio" userId="c55eaddb-2ee2-42e1-804c-787f883d45dc" providerId="ADAL" clId="{1F6B6DAE-68A0-5486-BDB7-A4156BBE33BC}" dt="2026-10-16T09:04:31.092" v="16" actId="478"/>
          <ac:picMkLst>
            <pc:docMk/>
            <pc:sldMk cId="649830700" sldId="258"/>
            <ac:picMk id="8" creationId="{548AC810-3EC8-DDC5-D8F7-5A9995CF00B3}"/>
          </ac:picMkLst>
        </pc:picChg>
        <pc:picChg chg="add del mod">
          <ac:chgData name="Mina Urgancio" userId="c55eaddb-2ee2-42e1-804c-787f883d45dc" providerId="ADAL" clId="{1F6B6DAE-68A0-5486-BDB7-A4156BBE33BC}" dt="2026-10-16T09:12:21.649" v="21" actId="478"/>
          <ac:picMkLst>
            <pc:docMk/>
            <pc:sldMk cId="649830700" sldId="258"/>
            <ac:picMk id="9" creationId="{4304055C-F1D1-9045-E4DD-9CB3C37899A4}"/>
          </ac:picMkLst>
        </pc:picChg>
        <pc:picChg chg="add mod">
          <ac:chgData name="Mina Urgancio" userId="c55eaddb-2ee2-42e1-804c-787f883d45dc" providerId="ADAL" clId="{1F6B6DAE-68A0-5486-BDB7-A4156BBE33BC}" dt="2026-10-16T09:12:24.672" v="22" actId="14100"/>
          <ac:picMkLst>
            <pc:docMk/>
            <pc:sldMk cId="649830700" sldId="258"/>
            <ac:picMk id="10" creationId="{A63A7572-3FF2-6590-B8A6-1C7CE46DACC5}"/>
          </ac:picMkLst>
        </pc:picChg>
      </pc:sldChg>
      <pc:sldChg chg="delSp modSp new del mod">
        <pc:chgData name="Mina Urgancio" userId="c55eaddb-2ee2-42e1-804c-787f883d45dc" providerId="ADAL" clId="{1F6B6DAE-68A0-5486-BDB7-A4156BBE33BC}" dt="2026-10-16T08:58:42.744" v="12" actId="2696"/>
        <pc:sldMkLst>
          <pc:docMk/>
          <pc:sldMk cId="1259660922" sldId="259"/>
        </pc:sldMkLst>
        <pc:spChg chg="del mod">
          <ac:chgData name="Mina Urgancio" userId="c55eaddb-2ee2-42e1-804c-787f883d45dc" providerId="ADAL" clId="{1F6B6DAE-68A0-5486-BDB7-A4156BBE33BC}" dt="2026-10-16T08:56:29.899" v="2" actId="478"/>
          <ac:spMkLst>
            <pc:docMk/>
            <pc:sldMk cId="1259660922" sldId="259"/>
            <ac:spMk id="2" creationId="{9E1B3360-8280-E019-96ED-CDD952FF2A32}"/>
          </ac:spMkLst>
        </pc:spChg>
        <pc:spChg chg="del mod">
          <ac:chgData name="Mina Urgancio" userId="c55eaddb-2ee2-42e1-804c-787f883d45dc" providerId="ADAL" clId="{1F6B6DAE-68A0-5486-BDB7-A4156BBE33BC}" dt="2026-10-16T08:56:33.342" v="4" actId="478"/>
          <ac:spMkLst>
            <pc:docMk/>
            <pc:sldMk cId="1259660922" sldId="259"/>
            <ac:spMk id="3" creationId="{CA402AA7-E02D-D6AE-4C3C-25C55DAA57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07DB2-5E70-35A3-71F8-08021C96B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DEAF15-7264-92D1-D866-D3EDC4799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7C5DD-A304-2956-9400-733006AB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AE9626-BA80-69D5-A511-08C454A8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36804A-4ED9-07F2-82CF-3FFA4A74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3292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6BF2A-640F-7565-E57E-D017564D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740F73-532E-072A-442B-F2F1A5E29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1A27EB-09AC-E9F2-D3BF-19E590D8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3B4734-1501-B4C9-A261-30A59276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802DA0-FEF6-F01E-D8FE-622085CA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286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7888B-AC81-CCAB-39BB-34CBA9AC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CE2B6C-B1B6-ED13-7C8A-67AD1C1BB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D383AA-942D-DB6F-37A1-D4522F87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123BD6-74BC-7F52-AD48-107EB313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E15EA4-ED42-F7CA-F25F-39A541C1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397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611F1-873F-06EC-D999-182AFB66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B481F1-1CA0-C9E5-5501-6D4D292AC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F836A7-5641-B5DD-28AA-86D72360B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69AADC-A552-6DB1-FFF7-17280217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2A908D-C0BE-56EE-615B-DBC668B1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16E648-7A5A-F3EF-E18C-A2BFB78F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557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835A7-6B7C-99B4-D9A0-BC349DB3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48E22B-FD3C-9844-4C45-ABD91CD8C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B42828-5BE5-D897-C872-D9B98611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F818722-CEF0-F708-DDD0-CA34C8A0B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36CE83-7CAE-222D-39DD-A2F381076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901D3CC-FC35-ACEE-8A91-54AB494D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B539EC-50A0-E332-AB27-8CDA145A4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51C6C94-1614-B648-1014-EE5418B4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6254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5EB72-91A6-97CA-6422-F3F1F2FA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05F43-40E3-155B-5035-2B2E9F02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7E402A-57BD-A3C1-2D8C-1829635A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0E1C31-1F45-59D7-2837-B3246EB0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618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22288E-3C2A-0B94-A295-1E3AB5DD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480B2E-FC3D-24F9-233B-06DD0A79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AB0986-56BB-58AF-9FBD-495B2E3F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944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56E95A-F2B4-D30A-BB37-435ECEDF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B96A92-8CF2-1BF1-F8C9-10AC58866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A20286-C0BF-A9E1-44BD-6073C6953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FB093F-33A6-C065-A0D1-F3C48C36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FE2DA-F88E-6344-A2F5-210FDE8E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39687C-E0C9-E608-FB4B-16A25531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545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8A5BA-BDC2-155F-FA4A-B065AC37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FFF8B68-98CB-5ABD-D34D-3A09F9EEA01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3EA15E-FE6D-9C48-7BE1-8766AE1AF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2EEE86-76BE-926B-5034-5C929021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C2217E-91F6-E004-AA23-63F3830F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56353F-AB53-6DA3-0CC3-52AF52F6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414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B6D8A6-A452-614C-7DC7-AE34433F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3CB73F5-9122-68A1-731E-F1DE5056C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FEFB2A-6F25-8DC7-33A8-F88E09541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BE469F-0FE9-E0FA-05DC-C413C1C8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40C4C6-593F-3B4F-C173-5E03E178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513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33272E5-D888-0808-0B88-1F9C24389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9889E9-43FA-3EE6-8001-B32F97BA6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E0FA75-EF19-98CC-6360-6603E5339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B2C398-4F83-91C3-B3E2-59B35715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EA9BEB-B52F-C7A3-FEA1-58730844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8573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20562D-A022-0321-5B4D-F0238B463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6BC6F7-30E2-D6B1-0870-89224251F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7E70D3-D645-B921-3669-17F000E0B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F94AB-1E50-4298-B897-CB6F9A54E42B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6F7B1F-5ADA-16DE-AC71-2EE2CE9B5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D340F8-48AC-6587-7FD9-B2C98A6B4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17DFD-D611-43E7-89E1-E40C338BE6B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868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E1569F-6341-F977-C27D-1300E3E39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672" y="1168545"/>
            <a:ext cx="9716655" cy="2387600"/>
          </a:xfrm>
        </p:spPr>
        <p:txBody>
          <a:bodyPr/>
          <a:lstStyle/>
          <a:p>
            <a:r>
              <a:rPr lang="de-CH" err="1"/>
              <a:t>Which</a:t>
            </a:r>
            <a:r>
              <a:rPr lang="de-CH"/>
              <a:t> Football </a:t>
            </a:r>
            <a:r>
              <a:rPr lang="de-CH" err="1"/>
              <a:t>player</a:t>
            </a:r>
            <a:r>
              <a:rPr lang="de-CH"/>
              <a:t> </a:t>
            </a:r>
            <a:r>
              <a:rPr lang="de-CH" err="1"/>
              <a:t>are</a:t>
            </a:r>
            <a:r>
              <a:rPr lang="de-CH"/>
              <a:t> </a:t>
            </a:r>
            <a:r>
              <a:rPr lang="de-CH" err="1"/>
              <a:t>you</a:t>
            </a:r>
            <a:r>
              <a:rPr lang="de-CH"/>
              <a:t>?</a:t>
            </a:r>
            <a:br>
              <a:rPr lang="de-CH"/>
            </a:br>
            <a:r>
              <a:rPr lang="de-CH" sz="4000"/>
              <a:t>in Roblox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22E2744-766A-B846-A659-DCE52DD11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/>
          <a:lstStyle/>
          <a:p>
            <a:r>
              <a:rPr lang="de-CH"/>
              <a:t>By EMINEM</a:t>
            </a:r>
          </a:p>
        </p:txBody>
      </p:sp>
    </p:spTree>
    <p:extLst>
      <p:ext uri="{BB962C8B-B14F-4D97-AF65-F5344CB8AC3E}">
        <p14:creationId xmlns:p14="http://schemas.microsoft.com/office/powerpoint/2010/main" val="29616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2C12DA-E185-0392-11BA-DD412895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Mockup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3A7572-3FF2-6590-B8A6-1C7CE46DA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508" y="0"/>
            <a:ext cx="6030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30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Breitbild</PresentationFormat>
  <Paragraphs>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Which Football player are you? in Roblox</vt:lpstr>
      <vt:lpstr>Mockup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Marco Merki</dc:creator>
  <cp:lastModifiedBy>Joshua Marco Merki</cp:lastModifiedBy>
  <cp:revision>1</cp:revision>
  <dcterms:created xsi:type="dcterms:W3CDTF">2026-10-16T07:55:42Z</dcterms:created>
  <dcterms:modified xsi:type="dcterms:W3CDTF">2026-10-16T09:14:07Z</dcterms:modified>
</cp:coreProperties>
</file>